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C338D-0CCB-F883-33F1-8AEB5D9744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AF680C-AD27-E18F-6EF1-D46EC5F420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7F850-D4DE-8FB9-3C5A-90E9008C0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1EDD7-D442-4004-9543-1CCAB6F9FF38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E33A5-2731-6D33-FDE9-CDDB16980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1E824-7727-2E40-CDE8-6F51CB0B0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11D3-AA83-4337-999E-514F6A337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329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D613C-0EFE-2A25-2217-5B664DE86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7F7D3-38B9-E532-D250-A4692233B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55700-F7B0-0111-8E0F-16E97501F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1EDD7-D442-4004-9543-1CCAB6F9FF38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2EE4C8-18CF-E726-6F7E-6F12FE100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47229-594D-0419-96EC-90C7A1FCD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11D3-AA83-4337-999E-514F6A337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973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A2976-85FF-6E4B-4F7A-DE49E0921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43EC2D-B43A-9D8F-7D99-99F0D3E1B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C8D48-E263-E663-7BAE-C096AFBAA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1EDD7-D442-4004-9543-1CCAB6F9FF38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8152A-7C75-8510-4DAD-7C26B11BF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1006A-5C0D-0EB4-6590-4B1643C6B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11D3-AA83-4337-999E-514F6A337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096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54B78-5485-8700-E52E-47B9AA21D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F81F1-B9D4-82D8-B030-0B39A0300E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E6EF79-EDE9-4BE8-D438-1458259A64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EF8364-75DC-ED1B-5555-E09848FD5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1EDD7-D442-4004-9543-1CCAB6F9FF38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252879-3A2B-5B4F-0DA0-CA2C4141F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07D809-22DF-EA5E-2C4F-38CB255EF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11D3-AA83-4337-999E-514F6A337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5359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F86DA-2D20-7EB0-F5FF-537C5F14B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34FA28-616F-4766-1E33-1CD132CC1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826C1F-B8B6-2506-DB99-10EBC97F7E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20FAE7-8127-0AAE-8A85-79A75BF388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BEF281-0AA3-C6E6-591B-A998FB9619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8D7D21-38D3-DA83-CCDF-44E1F2B18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1EDD7-D442-4004-9543-1CCAB6F9FF38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B8A8D0-F10B-4DAC-B8F6-5151A3BB9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4B96C1-4DE5-886A-D1ED-D293254B4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11D3-AA83-4337-999E-514F6A337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209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A93BD-2501-EB49-3031-87383B8E3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57ACDB-04F2-2D66-2382-ECC21BA24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1EDD7-D442-4004-9543-1CCAB6F9FF38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54C4EF-6727-07CC-BECE-4F643ECE8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13AAB3-FF78-D8BE-B443-DD1289F6D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11D3-AA83-4337-999E-514F6A337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499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41B765-E97E-403D-80DF-CC26DF4A4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1EDD7-D442-4004-9543-1CCAB6F9FF38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A08E72-F763-0961-465B-D10081BC5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CE9E58-4E99-D704-F8AE-F71F5608F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11D3-AA83-4337-999E-514F6A337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7570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F34B2-A83A-6928-B3E1-9B7BBCC39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7E734-E926-D122-AB7A-42E4D2CAE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7E5515-C7A3-BD00-2CFA-9AB6BD04F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4E4689-235D-5233-ABB7-654F55200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1EDD7-D442-4004-9543-1CCAB6F9FF38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C17990-0BF3-8FAE-A3EC-3B6BA0B3D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0FD4F-F65B-EB58-168D-C9FBCE36C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11D3-AA83-4337-999E-514F6A337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19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A6F27-D576-2824-620F-839BA2A71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602FD3-90DC-D5E4-DCD4-D24DF209D6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C8DB8D-BECA-6643-3FE4-5C4E930732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071F5C-C6F1-59DE-BB85-002242BCC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1EDD7-D442-4004-9543-1CCAB6F9FF38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DA90BA-A886-CDE1-17AD-91C55D1B6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14772E-0A9E-3B5E-8040-C7C32C1BE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11D3-AA83-4337-999E-514F6A337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814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165C1-1CE1-DFF8-062D-FC9818780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7BF732-275C-6780-DF41-7333187292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7225E-9C1B-28BF-02AD-2C09B09CD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1EDD7-D442-4004-9543-1CCAB6F9FF38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D4A73-047A-58B3-8237-F3AC27292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27016-4709-1974-C267-E5458F54A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11D3-AA83-4337-999E-514F6A337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894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F6F0EA-7717-89F1-0B77-E7900867AF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61E814-1318-4C6A-EDCC-EBBD80AC8C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85B26-0AA2-68B6-4525-8DFB90B85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1EDD7-D442-4004-9543-1CCAB6F9FF38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DB1AC-433F-C1BF-B4A6-D85F61175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AA96A-D787-9C5E-7626-1F053F5D0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811D3-AA83-4337-999E-514F6A337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794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7CEED1-70BC-6283-1722-1340F6ADF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E925D-A5F6-6502-90A1-FE02A00DC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F6358-7BDE-31AF-C4DA-FFA6537BCD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B1EDD7-D442-4004-9543-1CCAB6F9FF38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4FE60-4C39-35BC-174D-D13BA49B04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23DC-927F-AB11-43B9-EE922B0C6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A811D3-AA83-4337-999E-514F6A337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7743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02D8C-43AD-911D-2387-A88EF51609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1829559"/>
          </a:xfrm>
        </p:spPr>
        <p:txBody>
          <a:bodyPr>
            <a:normAutofit/>
          </a:bodyPr>
          <a:lstStyle/>
          <a:p>
            <a:r>
              <a:rPr lang="en-IN" dirty="0"/>
              <a:t>SALES DASHBOARD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7F750-CF4B-840D-5F19-0BFC3D0056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44209" y="3906080"/>
            <a:ext cx="5181600" cy="1659835"/>
          </a:xfrm>
        </p:spPr>
        <p:txBody>
          <a:bodyPr/>
          <a:lstStyle/>
          <a:p>
            <a:pPr algn="just"/>
            <a:r>
              <a:rPr lang="en-IN" dirty="0"/>
              <a:t>KARTHIKEYAN G</a:t>
            </a:r>
          </a:p>
          <a:p>
            <a:pPr algn="just"/>
            <a:r>
              <a:rPr lang="en-IN" dirty="0"/>
              <a:t>Data Analyst Internship Task 3</a:t>
            </a:r>
          </a:p>
          <a:p>
            <a:pPr algn="just"/>
            <a:r>
              <a:rPr lang="en-IN" dirty="0"/>
              <a:t>Tool: Tableau</a:t>
            </a:r>
          </a:p>
        </p:txBody>
      </p:sp>
    </p:spTree>
    <p:extLst>
      <p:ext uri="{BB962C8B-B14F-4D97-AF65-F5344CB8AC3E}">
        <p14:creationId xmlns:p14="http://schemas.microsoft.com/office/powerpoint/2010/main" val="1789501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EDE54-804B-CB2E-165E-3ADB3D105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721" y="834886"/>
            <a:ext cx="10515600" cy="1124158"/>
          </a:xfrm>
        </p:spPr>
        <p:txBody>
          <a:bodyPr/>
          <a:lstStyle/>
          <a:p>
            <a:r>
              <a:rPr lang="en-IN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7AF15-DFD7-2E8C-CC4A-98E284EBA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4185" y="2042491"/>
            <a:ext cx="10515600" cy="1958009"/>
          </a:xfrm>
        </p:spPr>
        <p:txBody>
          <a:bodyPr/>
          <a:lstStyle/>
          <a:p>
            <a:r>
              <a:rPr lang="en-IN" dirty="0"/>
              <a:t>Objective: Analyse sales performance and customer trends.</a:t>
            </a:r>
          </a:p>
          <a:p>
            <a:r>
              <a:rPr lang="en-IN" dirty="0"/>
              <a:t>Dataset: Sales Financial Dataset</a:t>
            </a:r>
          </a:p>
          <a:p>
            <a:r>
              <a:rPr lang="en-IN" dirty="0"/>
              <a:t>Tool Used: Tableau</a:t>
            </a:r>
          </a:p>
        </p:txBody>
      </p:sp>
    </p:spTree>
    <p:extLst>
      <p:ext uri="{BB962C8B-B14F-4D97-AF65-F5344CB8AC3E}">
        <p14:creationId xmlns:p14="http://schemas.microsoft.com/office/powerpoint/2010/main" val="738245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6F4843-F1F7-9B2E-4DE7-DD027132A8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87" y="397564"/>
            <a:ext cx="11340548" cy="612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674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B937D-4D8C-8059-C1B8-3079E260F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582" y="613603"/>
            <a:ext cx="10240617" cy="1325563"/>
          </a:xfrm>
        </p:spPr>
        <p:txBody>
          <a:bodyPr/>
          <a:lstStyle/>
          <a:p>
            <a:r>
              <a:rPr lang="en-IN" dirty="0"/>
              <a:t>KPI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3B20B-A745-02C3-04FE-53181498A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9347" y="1939166"/>
            <a:ext cx="9385852" cy="2473808"/>
          </a:xfrm>
        </p:spPr>
        <p:txBody>
          <a:bodyPr>
            <a:normAutofit/>
          </a:bodyPr>
          <a:lstStyle/>
          <a:p>
            <a:r>
              <a:rPr lang="en-IN" dirty="0"/>
              <a:t>Total Sales: 251.5M</a:t>
            </a:r>
          </a:p>
          <a:p>
            <a:r>
              <a:rPr lang="en-IN" dirty="0"/>
              <a:t>Quantity: 298K</a:t>
            </a:r>
          </a:p>
          <a:p>
            <a:r>
              <a:rPr lang="en-IN" dirty="0"/>
              <a:t>AOV: 2529</a:t>
            </a:r>
          </a:p>
          <a:p>
            <a:r>
              <a:rPr lang="en-IN" dirty="0"/>
              <a:t>Total Invoices: 99K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3668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D4760-BDA9-26D2-97FF-F4024F827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4C1B8-BF91-1948-5842-9A16C543E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3756" y="1859653"/>
            <a:ext cx="10515600" cy="2567471"/>
          </a:xfrm>
        </p:spPr>
        <p:txBody>
          <a:bodyPr/>
          <a:lstStyle/>
          <a:p>
            <a:r>
              <a:rPr lang="en-US" dirty="0"/>
              <a:t>Clothing category has the highest sales.</a:t>
            </a:r>
          </a:p>
          <a:p>
            <a:r>
              <a:rPr lang="en-US" dirty="0"/>
              <a:t>Female customers contribute more sales.</a:t>
            </a:r>
          </a:p>
          <a:p>
            <a:r>
              <a:rPr lang="en-US" dirty="0"/>
              <a:t>Cash is the most preferred payment method.</a:t>
            </a:r>
          </a:p>
          <a:p>
            <a:r>
              <a:rPr lang="en-US" dirty="0"/>
              <a:t>Mall of Istanbul records the highest sales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1631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77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SALES DASHBOARD ANALYSIS</vt:lpstr>
      <vt:lpstr>Project Overview</vt:lpstr>
      <vt:lpstr>PowerPoint Presentation</vt:lpstr>
      <vt:lpstr>KPI </vt:lpstr>
      <vt:lpstr>Observations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Karthi Keyan</dc:creator>
  <cp:lastModifiedBy>Karthi Keyan</cp:lastModifiedBy>
  <cp:revision>2</cp:revision>
  <dcterms:created xsi:type="dcterms:W3CDTF">2026-06-01T09:21:25Z</dcterms:created>
  <dcterms:modified xsi:type="dcterms:W3CDTF">2026-06-01T09:37:28Z</dcterms:modified>
</cp:coreProperties>
</file>